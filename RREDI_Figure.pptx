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ley Canham" userId="13539474797_tp_box_2" providerId="OAuth2" clId="{43868F39-D41B-40C3-A7A7-C7E9ACA7369B}"/>
    <pc:docChg chg="modSld">
      <pc:chgData name="Haley Canham" userId="13539474797_tp_box_2" providerId="OAuth2" clId="{43868F39-D41B-40C3-A7A7-C7E9ACA7369B}" dt="2025-09-08T18:58:29.604" v="29" actId="164"/>
      <pc:docMkLst>
        <pc:docMk/>
      </pc:docMkLst>
      <pc:sldChg chg="addSp modSp mod">
        <pc:chgData name="Haley Canham" userId="13539474797_tp_box_2" providerId="OAuth2" clId="{43868F39-D41B-40C3-A7A7-C7E9ACA7369B}" dt="2025-09-08T18:58:29.604" v="29" actId="164"/>
        <pc:sldMkLst>
          <pc:docMk/>
          <pc:sldMk cId="2170250774" sldId="259"/>
        </pc:sldMkLst>
        <pc:spChg chg="add mod ord">
          <ac:chgData name="Haley Canham" userId="13539474797_tp_box_2" providerId="OAuth2" clId="{43868F39-D41B-40C3-A7A7-C7E9ACA7369B}" dt="2025-09-08T18:58:26.134" v="28" actId="164"/>
          <ac:spMkLst>
            <pc:docMk/>
            <pc:sldMk cId="2170250774" sldId="259"/>
            <ac:spMk id="8" creationId="{D9991CEA-F0A8-6919-B376-7C750263BB4F}"/>
          </ac:spMkLst>
        </pc:spChg>
        <pc:spChg chg="mod">
          <ac:chgData name="Haley Canham" userId="13539474797_tp_box_2" providerId="OAuth2" clId="{43868F39-D41B-40C3-A7A7-C7E9ACA7369B}" dt="2025-09-08T18:57:31.416" v="20"/>
          <ac:spMkLst>
            <pc:docMk/>
            <pc:sldMk cId="2170250774" sldId="259"/>
            <ac:spMk id="15" creationId="{F9000D62-22EC-7CD8-7E9B-CF12DFD15F4F}"/>
          </ac:spMkLst>
        </pc:spChg>
        <pc:spChg chg="mod">
          <ac:chgData name="Haley Canham" userId="13539474797_tp_box_2" providerId="OAuth2" clId="{43868F39-D41B-40C3-A7A7-C7E9ACA7369B}" dt="2025-09-08T18:57:31.416" v="20"/>
          <ac:spMkLst>
            <pc:docMk/>
            <pc:sldMk cId="2170250774" sldId="259"/>
            <ac:spMk id="17" creationId="{C0D8C394-B869-8A2E-0A6D-115BDD05AAB5}"/>
          </ac:spMkLst>
        </pc:spChg>
        <pc:spChg chg="add mod ord">
          <ac:chgData name="Haley Canham" userId="13539474797_tp_box_2" providerId="OAuth2" clId="{43868F39-D41B-40C3-A7A7-C7E9ACA7369B}" dt="2025-09-08T18:58:29.604" v="29" actId="164"/>
          <ac:spMkLst>
            <pc:docMk/>
            <pc:sldMk cId="2170250774" sldId="259"/>
            <ac:spMk id="18" creationId="{B29578A9-CAFD-0BCF-4083-629AE6A02720}"/>
          </ac:spMkLst>
        </pc:spChg>
        <pc:grpChg chg="mod">
          <ac:chgData name="Haley Canham" userId="13539474797_tp_box_2" providerId="OAuth2" clId="{43868F39-D41B-40C3-A7A7-C7E9ACA7369B}" dt="2025-09-08T18:58:26.134" v="28" actId="164"/>
          <ac:grpSpMkLst>
            <pc:docMk/>
            <pc:sldMk cId="2170250774" sldId="259"/>
            <ac:grpSpMk id="11" creationId="{F4529C93-E730-3E1B-E815-07F3238BAE98}"/>
          </ac:grpSpMkLst>
        </pc:grpChg>
        <pc:grpChg chg="add mod">
          <ac:chgData name="Haley Canham" userId="13539474797_tp_box_2" providerId="OAuth2" clId="{43868F39-D41B-40C3-A7A7-C7E9ACA7369B}" dt="2025-09-08T18:57:31.416" v="20"/>
          <ac:grpSpMkLst>
            <pc:docMk/>
            <pc:sldMk cId="2170250774" sldId="259"/>
            <ac:grpSpMk id="12" creationId="{37E13176-AC56-4B57-1655-57FBEE3FD613}"/>
          </ac:grpSpMkLst>
        </pc:grpChg>
        <pc:grpChg chg="mod">
          <ac:chgData name="Haley Canham" userId="13539474797_tp_box_2" providerId="OAuth2" clId="{43868F39-D41B-40C3-A7A7-C7E9ACA7369B}" dt="2025-09-08T18:58:29.604" v="29" actId="164"/>
          <ac:grpSpMkLst>
            <pc:docMk/>
            <pc:sldMk cId="2170250774" sldId="259"/>
            <ac:grpSpMk id="13" creationId="{0B5BA4BE-A3DB-5604-7C5D-7079AC587393}"/>
          </ac:grpSpMkLst>
        </pc:grpChg>
        <pc:grpChg chg="mod">
          <ac:chgData name="Haley Canham" userId="13539474797_tp_box_2" providerId="OAuth2" clId="{43868F39-D41B-40C3-A7A7-C7E9ACA7369B}" dt="2025-09-08T18:57:31.416" v="20"/>
          <ac:grpSpMkLst>
            <pc:docMk/>
            <pc:sldMk cId="2170250774" sldId="259"/>
            <ac:grpSpMk id="14" creationId="{1A665F20-1660-50C0-BAE3-3380C19E172F}"/>
          </ac:grpSpMkLst>
        </pc:grpChg>
        <pc:grpChg chg="add mod">
          <ac:chgData name="Haley Canham" userId="13539474797_tp_box_2" providerId="OAuth2" clId="{43868F39-D41B-40C3-A7A7-C7E9ACA7369B}" dt="2025-09-08T18:58:26.134" v="28" actId="164"/>
          <ac:grpSpMkLst>
            <pc:docMk/>
            <pc:sldMk cId="2170250774" sldId="259"/>
            <ac:grpSpMk id="19" creationId="{5BC6BD77-1B35-C7BC-CB68-5C46F416D7CB}"/>
          </ac:grpSpMkLst>
        </pc:grpChg>
        <pc:grpChg chg="add mod">
          <ac:chgData name="Haley Canham" userId="13539474797_tp_box_2" providerId="OAuth2" clId="{43868F39-D41B-40C3-A7A7-C7E9ACA7369B}" dt="2025-09-08T18:58:29.604" v="29" actId="164"/>
          <ac:grpSpMkLst>
            <pc:docMk/>
            <pc:sldMk cId="2170250774" sldId="259"/>
            <ac:grpSpMk id="20" creationId="{2AE0E5DE-5007-5B67-20E1-4D28F6D4A77D}"/>
          </ac:grpSpMkLst>
        </pc:grpChg>
        <pc:picChg chg="mod">
          <ac:chgData name="Haley Canham" userId="13539474797_tp_box_2" providerId="OAuth2" clId="{43868F39-D41B-40C3-A7A7-C7E9ACA7369B}" dt="2025-09-08T18:57:31.416" v="20"/>
          <ac:picMkLst>
            <pc:docMk/>
            <pc:sldMk cId="2170250774" sldId="259"/>
            <ac:picMk id="16" creationId="{F4926CF3-BDF5-C711-05A4-11311B19950D}"/>
          </ac:picMkLst>
        </pc:picChg>
      </pc:sldChg>
      <pc:sldChg chg="addSp delSp modSp mod">
        <pc:chgData name="Haley Canham" userId="13539474797_tp_box_2" providerId="OAuth2" clId="{43868F39-D41B-40C3-A7A7-C7E9ACA7369B}" dt="2025-09-08T18:56:34.015" v="9" actId="164"/>
        <pc:sldMkLst>
          <pc:docMk/>
          <pc:sldMk cId="1713302204" sldId="266"/>
        </pc:sldMkLst>
        <pc:spChg chg="add mod ord">
          <ac:chgData name="Haley Canham" userId="13539474797_tp_box_2" providerId="OAuth2" clId="{43868F39-D41B-40C3-A7A7-C7E9ACA7369B}" dt="2025-09-08T18:56:34.015" v="9" actId="164"/>
          <ac:spMkLst>
            <pc:docMk/>
            <pc:sldMk cId="1713302204" sldId="266"/>
            <ac:spMk id="3" creationId="{5E57C676-12EC-B23F-40F2-B3AE976A319D}"/>
          </ac:spMkLst>
        </pc:spChg>
        <pc:spChg chg="mod topLvl">
          <ac:chgData name="Haley Canham" userId="13539474797_tp_box_2" providerId="OAuth2" clId="{43868F39-D41B-40C3-A7A7-C7E9ACA7369B}" dt="2025-09-08T18:56:34.015" v="9" actId="164"/>
          <ac:spMkLst>
            <pc:docMk/>
            <pc:sldMk cId="1713302204" sldId="266"/>
            <ac:spMk id="4" creationId="{9B8ABF9D-E240-4F60-A5A2-77647C08C692}"/>
          </ac:spMkLst>
        </pc:spChg>
        <pc:spChg chg="mod topLvl">
          <ac:chgData name="Haley Canham" userId="13539474797_tp_box_2" providerId="OAuth2" clId="{43868F39-D41B-40C3-A7A7-C7E9ACA7369B}" dt="2025-09-08T18:56:34.015" v="9" actId="164"/>
          <ac:spMkLst>
            <pc:docMk/>
            <pc:sldMk cId="1713302204" sldId="266"/>
            <ac:spMk id="5" creationId="{0120BDCC-0BB9-5157-58E8-BBA8DCEA1944}"/>
          </ac:spMkLst>
        </pc:spChg>
        <pc:spChg chg="mod topLvl">
          <ac:chgData name="Haley Canham" userId="13539474797_tp_box_2" providerId="OAuth2" clId="{43868F39-D41B-40C3-A7A7-C7E9ACA7369B}" dt="2025-09-08T18:56:34.015" v="9" actId="164"/>
          <ac:spMkLst>
            <pc:docMk/>
            <pc:sldMk cId="1713302204" sldId="266"/>
            <ac:spMk id="7" creationId="{BE56882C-484A-86F1-8623-C7A5A8AF6993}"/>
          </ac:spMkLst>
        </pc:spChg>
        <pc:grpChg chg="del mod topLvl">
          <ac:chgData name="Haley Canham" userId="13539474797_tp_box_2" providerId="OAuth2" clId="{43868F39-D41B-40C3-A7A7-C7E9ACA7369B}" dt="2025-09-08T18:55:52.658" v="3" actId="165"/>
          <ac:grpSpMkLst>
            <pc:docMk/>
            <pc:sldMk cId="1713302204" sldId="266"/>
            <ac:grpSpMk id="6" creationId="{C1C4141A-3647-13A1-E8CF-C8306006C807}"/>
          </ac:grpSpMkLst>
        </pc:grpChg>
        <pc:grpChg chg="del mod">
          <ac:chgData name="Haley Canham" userId="13539474797_tp_box_2" providerId="OAuth2" clId="{43868F39-D41B-40C3-A7A7-C7E9ACA7369B}" dt="2025-09-08T18:55:36.644" v="2" actId="165"/>
          <ac:grpSpMkLst>
            <pc:docMk/>
            <pc:sldMk cId="1713302204" sldId="266"/>
            <ac:grpSpMk id="8" creationId="{B56317B6-D532-0EB8-AF30-4A536A93DFD6}"/>
          </ac:grpSpMkLst>
        </pc:grpChg>
        <pc:grpChg chg="add mod">
          <ac:chgData name="Haley Canham" userId="13539474797_tp_box_2" providerId="OAuth2" clId="{43868F39-D41B-40C3-A7A7-C7E9ACA7369B}" dt="2025-09-08T18:56:34.015" v="9" actId="164"/>
          <ac:grpSpMkLst>
            <pc:docMk/>
            <pc:sldMk cId="1713302204" sldId="266"/>
            <ac:grpSpMk id="9" creationId="{65BE4374-9F5A-9F5D-5476-AC9B8E0EB6A3}"/>
          </ac:grpSpMkLst>
        </pc:grpChg>
        <pc:picChg chg="mod topLvl">
          <ac:chgData name="Haley Canham" userId="13539474797_tp_box_2" providerId="OAuth2" clId="{43868F39-D41B-40C3-A7A7-C7E9ACA7369B}" dt="2025-09-08T18:56:34.015" v="9" actId="164"/>
          <ac:picMkLst>
            <pc:docMk/>
            <pc:sldMk cId="1713302204" sldId="266"/>
            <ac:picMk id="2" creationId="{C93A60D6-E2F5-6B7A-DACF-C0D16FDBCB0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9D12-3F3A-6065-C7D1-93AA94A81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2C0E0-9470-A53E-C66C-F039AF9B7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71182-7455-2B8B-770A-EC970B1B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48CDA-6996-E563-27CD-6F39072B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227DF-E44E-9DE2-52DF-6F4D8124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D5AF-8A4A-6EB8-8903-1390B788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A7E9-1F1E-2FC8-536F-90208E4CA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B6AAB-E9F5-3E29-874F-30B3DAA0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B89EC-45AB-56AB-8DCA-B68F4629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10B83-F53D-65D3-85E7-060B72DB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3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DE61-D33B-6C7E-DA1C-F5D9885FE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899E3-6C3C-3715-7536-7B5511E5C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A1D68-ACB6-0F69-5133-C03589C4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C3ABB-004C-4185-CAA2-5FF3C5EE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E761-8413-6049-4324-2CEE96DB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5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7F92-CE68-DC42-58DC-7414CD51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A16A5-3343-6627-63AA-BCF8D5BD7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7B0CF-CA98-8E50-58D8-AF073B2B5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CE629-6953-E176-9D00-C83D1E24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4EC55-1F6A-B2AD-4861-D3976101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35E41-6BAE-A0A9-3827-5E5F3F5D4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1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04C5-5B7A-DEF7-A9C1-AD0B82AB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F4C6B-8A96-F44C-2982-93D62C099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B1785-86E2-500F-42AE-E591E4FA7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6D6B4-EB8C-5170-2936-A9C80CCA1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43C36D-3E1D-1E09-C03E-4F999E22E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60C4E6-65BD-B1DF-915C-5A6528ABB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2F344-8995-A334-FEC4-322120282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8A931-F70A-45CC-1DFC-C2C45740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02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D20CC-D349-CE83-3AE9-5C13CE37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CE9B1-0932-2CA2-A3B2-18F60C3DB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9402E-329D-7915-50FC-A8F0F89B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AB88B-36CB-85EB-6C35-29299631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2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8B5812-A321-F755-BB98-4DDFA875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D7C38C-28B6-7591-954D-611683423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18340-2B27-3F82-B30C-04A25717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6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B6F3-53A0-56B1-4C2D-84B779A2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0D24B-035E-FFCA-5DFB-46F8B03F9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E9AC7-88BE-E434-039F-B039C99E9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86D52-C7EC-E3D5-F61E-72DFEFAB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65383-9C43-5130-F511-9657A9D2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99B77-7708-A799-0DA7-529FCAA6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B20E-D7CD-DA92-12F6-CBFEDF62C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713D6-6616-FDCB-3B1E-08B02D6D6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CA2E3-0C2C-7D9F-FC28-DA7A90300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47F05-027B-FD35-F8C0-D2008ACA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0E22C-F0CA-7B7F-119E-000B10F4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13084-73D4-E98E-06F0-85C623C1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3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F0D2-187C-A67E-C6E0-B9F55334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DD2AB-A50A-6FE7-9376-493C0461F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126F5-4DD7-B76A-D17F-9BED502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9C6C8-E9AF-2881-DA47-22B18198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01046-50EA-6CE5-762D-2CE065CB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0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F80359-81C0-1A47-7E5A-548FF3AFC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F755A-8579-66A2-FC9E-776094B1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4AE0A-5391-A6BF-997E-0EB501AB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48F50-3080-D1E5-EAE1-498C445F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1CBF6-2DFC-10AF-6386-5A293F02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D35A61-EA7D-174D-D118-1A0901CB3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CC55C-AFC2-051C-9A11-E3B59851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D0348-DF18-D756-348C-A457A9A9C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CF482-00F9-46B3-9A62-2FEBC18DFE9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671A1-5A80-C9F9-8C3C-EBC101FA1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2F749-119B-5D7B-C692-175970A36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71CC3-2FA8-4B27-BEE4-5322F8B4C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4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ECDF-AE05-DBE7-CF3E-F91990FB9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5BE4374-9F5A-9F5D-5476-AC9B8E0EB6A3}"/>
              </a:ext>
            </a:extLst>
          </p:cNvPr>
          <p:cNvGrpSpPr/>
          <p:nvPr/>
        </p:nvGrpSpPr>
        <p:grpSpPr>
          <a:xfrm>
            <a:off x="2241176" y="717176"/>
            <a:ext cx="6750424" cy="5423648"/>
            <a:chOff x="2241176" y="717176"/>
            <a:chExt cx="6750424" cy="542364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57C676-12EC-B23F-40F2-B3AE976A319D}"/>
                </a:ext>
              </a:extLst>
            </p:cNvPr>
            <p:cNvSpPr/>
            <p:nvPr/>
          </p:nvSpPr>
          <p:spPr>
            <a:xfrm>
              <a:off x="2241176" y="717176"/>
              <a:ext cx="6750424" cy="54236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93A60D6-E2F5-6B7A-DACF-C0D16FDBC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8028"/>
            <a:stretch>
              <a:fillRect/>
            </a:stretch>
          </p:blipFill>
          <p:spPr>
            <a:xfrm>
              <a:off x="2426299" y="804369"/>
              <a:ext cx="6403937" cy="4968671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20BDCC-0BB9-5157-58E8-BBA8DCEA1944}"/>
                </a:ext>
              </a:extLst>
            </p:cNvPr>
            <p:cNvSpPr/>
            <p:nvPr/>
          </p:nvSpPr>
          <p:spPr>
            <a:xfrm>
              <a:off x="2348754" y="784807"/>
              <a:ext cx="1981200" cy="4106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B8ABF9D-E240-4F60-A5A2-77647C08C692}"/>
                </a:ext>
              </a:extLst>
            </p:cNvPr>
            <p:cNvSpPr txBox="1"/>
            <p:nvPr/>
          </p:nvSpPr>
          <p:spPr>
            <a:xfrm>
              <a:off x="2805952" y="847562"/>
              <a:ext cx="1227195" cy="27699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Study watershed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56882C-484A-86F1-8623-C7A5A8AF6993}"/>
                </a:ext>
              </a:extLst>
            </p:cNvPr>
            <p:cNvSpPr txBox="1"/>
            <p:nvPr/>
          </p:nvSpPr>
          <p:spPr>
            <a:xfrm>
              <a:off x="2392606" y="5796194"/>
              <a:ext cx="54267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Adapted from Canham et al. (2025 ) Figure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30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AE0E5DE-5007-5B67-20E1-4D28F6D4A77D}"/>
              </a:ext>
            </a:extLst>
          </p:cNvPr>
          <p:cNvGrpSpPr/>
          <p:nvPr/>
        </p:nvGrpSpPr>
        <p:grpSpPr>
          <a:xfrm>
            <a:off x="2707909" y="741049"/>
            <a:ext cx="3137645" cy="2706367"/>
            <a:chOff x="2707909" y="741049"/>
            <a:chExt cx="3137645" cy="270636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29578A9-CAFD-0BCF-4083-629AE6A02720}"/>
                </a:ext>
              </a:extLst>
            </p:cNvPr>
            <p:cNvSpPr/>
            <p:nvPr/>
          </p:nvSpPr>
          <p:spPr>
            <a:xfrm>
              <a:off x="2707909" y="741049"/>
              <a:ext cx="3137645" cy="2706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5BA4BE-A3DB-5604-7C5D-7079AC587393}"/>
                </a:ext>
              </a:extLst>
            </p:cNvPr>
            <p:cNvGrpSpPr/>
            <p:nvPr/>
          </p:nvGrpSpPr>
          <p:grpSpPr>
            <a:xfrm>
              <a:off x="2827428" y="869712"/>
              <a:ext cx="2951802" cy="2529219"/>
              <a:chOff x="2827428" y="869712"/>
              <a:chExt cx="2951802" cy="2529219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38F362-4860-054A-F759-967270823CBD}"/>
                  </a:ext>
                </a:extLst>
              </p:cNvPr>
              <p:cNvSpPr txBox="1"/>
              <p:nvPr/>
            </p:nvSpPr>
            <p:spPr>
              <a:xfrm>
                <a:off x="2827428" y="3121932"/>
                <a:ext cx="29518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Adapted from Canham et al. (2025 ) Figure 3</a:t>
                </a: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0F847D4-ABE7-101D-B842-9AC93E5F52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400" r="50896"/>
              <a:stretch>
                <a:fillRect/>
              </a:stretch>
            </p:blipFill>
            <p:spPr>
              <a:xfrm>
                <a:off x="2842945" y="869712"/>
                <a:ext cx="2867574" cy="2328874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B2F6118-6AE2-2DF8-CC88-E4A430807DDB}"/>
                  </a:ext>
                </a:extLst>
              </p:cNvPr>
              <p:cNvSpPr/>
              <p:nvPr/>
            </p:nvSpPr>
            <p:spPr>
              <a:xfrm>
                <a:off x="5414683" y="869712"/>
                <a:ext cx="295836" cy="3315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1D05615-2DF2-C3FA-143E-C312A081B986}"/>
                  </a:ext>
                </a:extLst>
              </p:cNvPr>
              <p:cNvSpPr/>
              <p:nvPr/>
            </p:nvSpPr>
            <p:spPr>
              <a:xfrm>
                <a:off x="2842945" y="1219199"/>
                <a:ext cx="107260" cy="17839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C6BD77-1B35-C7BC-CB68-5C46F416D7CB}"/>
              </a:ext>
            </a:extLst>
          </p:cNvPr>
          <p:cNvGrpSpPr/>
          <p:nvPr/>
        </p:nvGrpSpPr>
        <p:grpSpPr>
          <a:xfrm>
            <a:off x="6096000" y="1685366"/>
            <a:ext cx="3253055" cy="2850776"/>
            <a:chOff x="6096000" y="1685366"/>
            <a:chExt cx="3253055" cy="285077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991CEA-F0A8-6919-B376-7C750263BB4F}"/>
                </a:ext>
              </a:extLst>
            </p:cNvPr>
            <p:cNvSpPr/>
            <p:nvPr/>
          </p:nvSpPr>
          <p:spPr>
            <a:xfrm>
              <a:off x="6096000" y="1685366"/>
              <a:ext cx="3253055" cy="2850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4529C93-E730-3E1B-E815-07F3238BAE98}"/>
                </a:ext>
              </a:extLst>
            </p:cNvPr>
            <p:cNvGrpSpPr/>
            <p:nvPr/>
          </p:nvGrpSpPr>
          <p:grpSpPr>
            <a:xfrm>
              <a:off x="6206490" y="1838739"/>
              <a:ext cx="3101286" cy="2605873"/>
              <a:chOff x="6206490" y="1838739"/>
              <a:chExt cx="3101286" cy="260587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04F346A-1A64-7E5D-1F04-9C69F53D82AB}"/>
                  </a:ext>
                </a:extLst>
              </p:cNvPr>
              <p:cNvGrpSpPr/>
              <p:nvPr/>
            </p:nvGrpSpPr>
            <p:grpSpPr>
              <a:xfrm>
                <a:off x="6287807" y="1838739"/>
                <a:ext cx="3019969" cy="2328874"/>
                <a:chOff x="5749925" y="3429000"/>
                <a:chExt cx="3019969" cy="2328874"/>
              </a:xfrm>
            </p:grpSpPr>
            <p:pic>
              <p:nvPicPr>
                <p:cNvPr id="2" name="Picture 1">
                  <a:extLst>
                    <a:ext uri="{FF2B5EF4-FFF2-40B4-BE49-F238E27FC236}">
                      <a16:creationId xmlns:a16="http://schemas.microsoft.com/office/drawing/2014/main" id="{DDF8F5EF-3373-0ABA-748C-B27AEFA6D1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49762" r="-1"/>
                <a:stretch>
                  <a:fillRect/>
                </a:stretch>
              </p:blipFill>
              <p:spPr>
                <a:xfrm>
                  <a:off x="5749925" y="3429000"/>
                  <a:ext cx="3019969" cy="2328874"/>
                </a:xfrm>
                <a:prstGeom prst="rect">
                  <a:avLst/>
                </a:prstGeom>
              </p:spPr>
            </p:pic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561EABA-3EF4-6876-54E9-BE46391B50FF}"/>
                    </a:ext>
                  </a:extLst>
                </p:cNvPr>
                <p:cNvSpPr/>
                <p:nvPr/>
              </p:nvSpPr>
              <p:spPr>
                <a:xfrm>
                  <a:off x="8382000" y="3429000"/>
                  <a:ext cx="313764" cy="2554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0F9083-4216-6F81-4C6F-64FAD936BC46}"/>
                  </a:ext>
                </a:extLst>
              </p:cNvPr>
              <p:cNvSpPr txBox="1"/>
              <p:nvPr/>
            </p:nvSpPr>
            <p:spPr>
              <a:xfrm>
                <a:off x="6206490" y="4167613"/>
                <a:ext cx="29554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Adapted from Canham et al. (2025 ) Figure 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025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35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Haley Canham</dc:creator>
  <cp:lastModifiedBy>Haley Canham</cp:lastModifiedBy>
  <cp:revision>13</cp:revision>
  <dcterms:created xsi:type="dcterms:W3CDTF">2023-11-20T19:03:18Z</dcterms:created>
  <dcterms:modified xsi:type="dcterms:W3CDTF">2025-09-08T18:59:10Z</dcterms:modified>
</cp:coreProperties>
</file>